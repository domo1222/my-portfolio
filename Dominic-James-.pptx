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2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24EE7-651D-6A05-38B3-5802DFBA6B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6405F0-F75E-C175-5794-EE2297D31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BE071-039C-2BE0-8436-510DECF5C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1DE77-DEB2-466D-B47E-CCE0967449BF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40572-8E47-B0D9-1124-4C590D9DB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00D1F-F4EA-E323-DA09-E21CEA9CB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76ECC-4206-491D-8521-CFBBC4779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917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70C59-E5FE-8C58-2F65-F82731954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42CD9-58F7-7CA1-D35A-0B5EBA86A5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292F7A-01D7-5C78-D68A-3AD78FFDE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1DE77-DEB2-466D-B47E-CCE0967449BF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67F50-465D-C2EC-BB9A-8B9BFF41B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F564CE-A3F0-2FE2-76CA-9404C4826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76ECC-4206-491D-8521-CFBBC4779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44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FED1B-992F-FEE6-0F57-14996C1E3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9CECFD-A0B0-6B3E-6991-35FFB19DA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727CB2-6592-35D5-E3F6-20EBB4DBF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1DE77-DEB2-466D-B47E-CCE0967449BF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368A0-5DCA-919C-BB5E-39C3ACB7F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E55924-3FCD-9236-4C47-F3564C0B0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76ECC-4206-491D-8521-CFBBC4779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575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82D29-C524-E544-0C7E-A6B90656B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C1FDA-C087-0F24-3B16-1E7B2884F7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DCE12E-F4AD-D7B1-3A55-BD1821BEE6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95A300-66C4-F6E3-CB5F-D43454AE3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1DE77-DEB2-466D-B47E-CCE0967449BF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CAC815-3CEE-187A-6439-1E82294BD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EE91F4-E53F-5CF3-5CF8-8AF7982F8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76ECC-4206-491D-8521-CFBBC4779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01577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632BC-59B2-DD78-DD4E-8DA9231DC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383750-D161-8A24-632B-68DD2F3E4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8EB268-C6B1-481F-28AC-454014E79D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0D8F56-DC06-2129-674C-ADF86C1852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0E8DE7-AB88-4A62-CD26-F2B74D41EB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D1930B-654F-6E4B-6972-5513D8D5A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1DE77-DEB2-466D-B47E-CCE0967449BF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C527F6-64B4-A2DF-D8A7-4162702B4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8F8E00-8C97-908F-116C-3D590B775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76ECC-4206-491D-8521-CFBBC4779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945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367D1-4659-247F-B98B-AEE979A5A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B85301-0C21-9240-559F-F087C99E1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1DE77-DEB2-466D-B47E-CCE0967449BF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263767-2CA6-AB93-C45D-BD410D4F9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FBD703-7222-EEC9-DE68-C109CD1DA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76ECC-4206-491D-8521-CFBBC4779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173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1C0B5A-DE5B-F07F-AA6B-2F1808C64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1DE77-DEB2-466D-B47E-CCE0967449BF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7659A7-2246-359A-07D6-E06E84F72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D17F9-ADED-4F13-1410-CE4B5CE5F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76ECC-4206-491D-8521-CFBBC4779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444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F7635-4BCA-1205-AD1B-6D4E190C5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0E455-F46B-2D7D-4455-9E6D944FB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54205F-BF53-CDBF-B5FC-AFA1138503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058D35-F500-430C-04F4-470FFCB30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1DE77-DEB2-466D-B47E-CCE0967449BF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491ADD-0434-8198-52E2-BB1CFE765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B21474-46B4-8476-C76A-F224CEB8E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76ECC-4206-491D-8521-CFBBC4779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187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CEAC2-1F9B-8534-5512-B129A9528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B0C65A-E821-F4EB-B0EE-E519D57B1F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CE6758-7973-7F1F-FC93-C53D38B71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48BCD7-DFC5-2E66-9E84-A68447C57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1DE77-DEB2-466D-B47E-CCE0967449BF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B646B1-4CEB-FE29-1612-60B5F049A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2F98F8-ADF9-C125-E810-1A17C9D45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76ECC-4206-491D-8521-CFBBC4779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610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D3A5C-FC2A-7410-58BC-FB98D84C9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1B9BF2-3DE5-B514-52D5-496BF995AC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ECE05E-65E6-AEC6-1707-E9FB50C9E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1DE77-DEB2-466D-B47E-CCE0967449BF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BBBA9-C515-4850-6BB4-0237E9B82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CEAD9-6E34-710A-4D4D-0E5ACD30E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76ECC-4206-491D-8521-CFBBC4779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429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B5D3C2-6000-7B7E-8861-5E7A289625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524D73-FA84-8D7C-2FCD-9626174852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D24DE-093D-C41B-3DF5-9F5E60CB0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1DE77-DEB2-466D-B47E-CCE0967449BF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1B0F89-C569-9AC4-6570-23ABA63EB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2BD99-474D-CE54-FB64-6B2A0AAA4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F76ECC-4206-491D-8521-CFBBC4779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636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D9FAB-053D-BE82-DC3E-73921357F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42243E-2B4B-3441-45EE-8E60A38584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3E1D87-738A-8B27-FA81-06813FE885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E1DE77-DEB2-466D-B47E-CCE0967449BF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60FE7-3A02-5ACC-E6A4-8131DFAEE6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789A2-96CA-5A05-5C20-DE42FDF86D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F76ECC-4206-491D-8521-CFBBC47795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684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EA16135-039C-56B0-9A2A-45C6799A9E4F}"/>
              </a:ext>
            </a:extLst>
          </p:cNvPr>
          <p:cNvSpPr txBox="1"/>
          <p:nvPr/>
        </p:nvSpPr>
        <p:spPr>
          <a:xfrm>
            <a:off x="2975202" y="458956"/>
            <a:ext cx="6241596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Full Name:</a:t>
            </a:r>
            <a:r>
              <a:rPr lang="en-US" sz="2000" dirty="0"/>
              <a:t> Dominic James </a:t>
            </a:r>
            <a:r>
              <a:rPr lang="en-US" sz="2000" dirty="0" err="1"/>
              <a:t>Payoyo</a:t>
            </a:r>
            <a:r>
              <a:rPr lang="en-US" sz="2000" dirty="0"/>
              <a:t> Supan</a:t>
            </a:r>
          </a:p>
          <a:p>
            <a:r>
              <a:rPr lang="en-US" sz="2000" b="1" dirty="0"/>
              <a:t>Sex:</a:t>
            </a:r>
            <a:r>
              <a:rPr lang="en-US" sz="2000" dirty="0"/>
              <a:t> Male</a:t>
            </a:r>
          </a:p>
          <a:p>
            <a:r>
              <a:rPr lang="en-US" sz="2000" b="1" dirty="0"/>
              <a:t>Date of Birth:</a:t>
            </a:r>
            <a:r>
              <a:rPr lang="en-US" sz="2000" dirty="0"/>
              <a:t> September 22, 2000</a:t>
            </a:r>
          </a:p>
          <a:p>
            <a:r>
              <a:rPr lang="en-US" sz="2000" b="1" dirty="0"/>
              <a:t>Place of Birth:</a:t>
            </a:r>
            <a:r>
              <a:rPr lang="en-US" sz="2000" dirty="0"/>
              <a:t> 1222 Clark St., Sta. Rita, Olongapo City</a:t>
            </a:r>
          </a:p>
          <a:p>
            <a:r>
              <a:rPr lang="en-US" sz="2000" b="1" dirty="0"/>
              <a:t>Type of Birth:</a:t>
            </a:r>
            <a:r>
              <a:rPr lang="en-US" sz="2000" dirty="0"/>
              <a:t> Single</a:t>
            </a:r>
          </a:p>
          <a:p>
            <a:r>
              <a:rPr lang="en-US" sz="2000" b="1" dirty="0"/>
              <a:t>Birth Order:</a:t>
            </a:r>
            <a:r>
              <a:rPr lang="en-US" sz="2000" dirty="0"/>
              <a:t> First</a:t>
            </a:r>
          </a:p>
          <a:p>
            <a:r>
              <a:rPr lang="en-US" sz="2000" b="1" dirty="0"/>
              <a:t>Weight at Birth:</a:t>
            </a:r>
            <a:r>
              <a:rPr lang="en-US" sz="2000" dirty="0"/>
              <a:t> 2800 grams</a:t>
            </a:r>
          </a:p>
          <a:p>
            <a:r>
              <a:rPr lang="en-US" sz="2000" b="1" dirty="0"/>
              <a:t>Brother: </a:t>
            </a:r>
            <a:r>
              <a:rPr lang="en-US" sz="2000" dirty="0"/>
              <a:t>Dale Jenson </a:t>
            </a:r>
            <a:r>
              <a:rPr lang="en-US" sz="2000" dirty="0" err="1"/>
              <a:t>Payoyo</a:t>
            </a:r>
            <a:r>
              <a:rPr lang="en-US" sz="2000"/>
              <a:t> Supan</a:t>
            </a:r>
            <a:endParaRPr lang="en-US" sz="2000" b="1" dirty="0"/>
          </a:p>
          <a:p>
            <a:r>
              <a:rPr lang="en-US" sz="2000" b="1" dirty="0"/>
              <a:t>Parents' Information</a:t>
            </a:r>
          </a:p>
          <a:p>
            <a:r>
              <a:rPr lang="en-US" sz="2000" b="1" dirty="0"/>
              <a:t>Mother's Maiden Name:</a:t>
            </a:r>
            <a:r>
              <a:rPr lang="en-US" sz="2000" dirty="0"/>
              <a:t> Jennifer Custodio </a:t>
            </a:r>
            <a:r>
              <a:rPr lang="en-US" sz="2000" dirty="0" err="1"/>
              <a:t>Payoyo</a:t>
            </a:r>
            <a:endParaRPr lang="en-US" sz="2000" dirty="0"/>
          </a:p>
          <a:p>
            <a:r>
              <a:rPr lang="en-US" sz="2000" b="1" dirty="0"/>
              <a:t>Mother's Citizenship:</a:t>
            </a:r>
            <a:r>
              <a:rPr lang="en-US" sz="2000" dirty="0"/>
              <a:t> Filipino</a:t>
            </a:r>
          </a:p>
          <a:p>
            <a:r>
              <a:rPr lang="en-US" sz="2000" b="1" dirty="0"/>
              <a:t>Father's Full Name:</a:t>
            </a:r>
            <a:r>
              <a:rPr lang="en-US" sz="2000" dirty="0"/>
              <a:t> Dominador Tanedo Supan</a:t>
            </a:r>
          </a:p>
          <a:p>
            <a:r>
              <a:rPr lang="en-US" sz="2000" b="1" dirty="0"/>
              <a:t>Father's Citizenship:</a:t>
            </a:r>
            <a:r>
              <a:rPr lang="en-US" sz="2000" dirty="0"/>
              <a:t> Filipino</a:t>
            </a:r>
          </a:p>
          <a:p>
            <a:r>
              <a:rPr lang="en-US" sz="2000" b="1" dirty="0"/>
              <a:t>Date and Place of Marriage of Parents:</a:t>
            </a:r>
            <a:r>
              <a:rPr lang="en-US" sz="2000" dirty="0"/>
              <a:t> September 2, 1999, </a:t>
            </a:r>
            <a:r>
              <a:rPr lang="en-US" sz="2000" dirty="0" err="1"/>
              <a:t>Palauig</a:t>
            </a:r>
            <a:r>
              <a:rPr lang="en-US" sz="2000" dirty="0"/>
              <a:t>, Zambales</a:t>
            </a:r>
          </a:p>
          <a:p>
            <a:br>
              <a:rPr lang="en-US" sz="2000" dirty="0"/>
            </a:br>
            <a:endParaRPr lang="en-US" sz="2000" dirty="0"/>
          </a:p>
          <a:p>
            <a:r>
              <a:rPr lang="en-US" sz="2000" b="1" dirty="0"/>
              <a:t>Administrative Details</a:t>
            </a:r>
          </a:p>
          <a:p>
            <a:r>
              <a:rPr lang="en-US" sz="2000" b="1" dirty="0"/>
              <a:t>Registry Number:</a:t>
            </a:r>
            <a:r>
              <a:rPr lang="en-US" sz="2000" dirty="0"/>
              <a:t> 99 - 5013</a:t>
            </a:r>
          </a:p>
          <a:p>
            <a:r>
              <a:rPr lang="en-US" sz="2000" b="1" dirty="0"/>
              <a:t>Date of Registration:</a:t>
            </a:r>
            <a:r>
              <a:rPr lang="en-US" sz="2000" dirty="0"/>
              <a:t> October 11, 2000</a:t>
            </a:r>
          </a:p>
        </p:txBody>
      </p:sp>
    </p:spTree>
    <p:extLst>
      <p:ext uri="{BB962C8B-B14F-4D97-AF65-F5344CB8AC3E}">
        <p14:creationId xmlns:p14="http://schemas.microsoft.com/office/powerpoint/2010/main" val="28181593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83990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111</Words>
  <Application>Microsoft Office PowerPoint</Application>
  <PresentationFormat>Widescreen</PresentationFormat>
  <Paragraphs>18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2</cp:revision>
  <dcterms:created xsi:type="dcterms:W3CDTF">2026-03-14T22:19:56Z</dcterms:created>
  <dcterms:modified xsi:type="dcterms:W3CDTF">2026-03-16T17:29:47Z</dcterms:modified>
</cp:coreProperties>
</file>